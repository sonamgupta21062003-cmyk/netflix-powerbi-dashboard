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Movies 67.85% vs TV Shows 32.15%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8D-4CC9-B6D7-72C2B7594110}"/>
              </c:ext>
            </c:extLst>
          </c:dPt>
          <c:dPt>
            <c:idx val="1"/>
            <c:bubble3D val="0"/>
            <c:spPr>
              <a:solidFill>
                <a:srgbClr val="831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8D-4CC9-B6D7-72C2B759411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8D-4CC9-B6D7-72C2B759411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8D-4CC9-B6D7-72C2B75941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5486</c:v>
                </c:pt>
                <c:pt idx="1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8D-4CC9-B6D7-72C2B75941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Arial"/>
              </a:rPr>
              <a:t>Records by director availability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director</c:v>
                </c:pt>
                <c:pt idx="1">
                  <c:v>Without director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4198</c:v>
                </c:pt>
                <c:pt idx="1">
                  <c:v>3888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B-4074-A952-40E31A88C8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then one line: I turned a raw Netflix titles CSV into an interactive dashboard that answers catalog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Analytics Dashboard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project: Power Query  •  DAX  •  Interactive Visuals  •  Data Storytelling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Gupta  |  Aspiring Data Analyst  |  Power BI • SQL • Python • ML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TV Shows balance?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content vary by release year?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ratings are most frequent?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content spread across countries?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complete is director information?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metrics change with filters?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netflix_titles.csv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show_id, type, title, director, cast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date_added, release_year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duration, listed_in, description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fields: Country_new, Director_new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 titles dataset (CSV)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28800"/>
            <a:ext cx="201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0914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47088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47088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1828800"/>
            <a:ext cx="201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0914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36976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25696" y="1828800"/>
            <a:ext cx="201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0914"/>
                </a:solidFill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26864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6864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15584" y="1828800"/>
            <a:ext cx="201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0914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16752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16752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1828800"/>
            <a:ext cx="201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0914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406640" y="16459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1645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3B3B3"/>
                </a:solidFill>
              </a:rPr>
              <a:t>Power Query prepares the data; DAX and visuals analyse and present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DAX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column data types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blank / categorical values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Country_new for the map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Director_new for director analysis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clean, analysis-ready model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director (non-blank count)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react to filter context, so KPIs, donuts, trend, ratings and map all update together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Overview: KPIs &amp; Content Mix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8,086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745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5,486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8745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889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7889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03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4,198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703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Director-linked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14800" y="91440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114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</a:rPr>
              <a:t>Insight: the catalog is clearly movie-heavy.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Release-Year Trend (Area Chart)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120640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E5091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5120640" cy="35661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dashboard screenshot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(Area chart: release_year vs title count)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3716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in older years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rise through the 2010s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concentration in late 2010s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= trend + volume over time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Geography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2377440"/>
          </a:xfrm>
          <a:prstGeom prst="rect">
            <a:avLst/>
          </a:prstGeom>
          <a:solidFill>
            <a:srgbClr val="1C1C1C"/>
          </a:solidFill>
          <a:ln w="12700">
            <a:solidFill>
              <a:srgbClr val="E5091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4023360" cy="23774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dashboard screenshot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(Rating column chart)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2377440"/>
          </a:xfrm>
          <a:prstGeom prst="rect">
            <a:avLst/>
          </a:prstGeom>
          <a:solidFill>
            <a:srgbClr val="1C1C1C"/>
          </a:solidFill>
          <a:ln w="12700">
            <a:solidFill>
              <a:srgbClr val="E5091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663440" y="914400"/>
            <a:ext cx="4023360" cy="237744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dashboard screenshot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(Filled map: Country_new)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86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largest rating, followed by TV-14; other ratings are smaller.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3429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886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are spread across many regions, so the catalog is not tied to one market.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Coverage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1440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91440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348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point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3716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52% of records have director info (4,198 of 8,086)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counts non-blank records, not unique directors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records ≠ count of unique directors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care in interpreting a measure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Design Choices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716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Type (All / Movie / TV Show), Release Year, Country. One report answers many questions.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91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country → KPIs, mix, trend, ratings and map all recalculate.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14400"/>
          <a:ext cx="402336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executive summary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/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chart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over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663440" y="3840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3B3B3"/>
                </a:solidFill>
              </a:rPr>
              <a:t>Dark Netflix theme • red accents • KPI-first layout • 1280×720 single page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Learnings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3B3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7160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dominate: 5,486 vs 2,600 (67.85%)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concentrated in newer release years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leading rating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is geographically broad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change the story, so context matters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describe the dataset, not Netflix strategy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22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37160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cleaning before visualising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DAX measures for filter context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visual by the question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UX and storytelling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genre analysis and duration, plus SQL/Python prep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635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Power BI Dashboard</dc:title>
  <dc:subject>PptxGenJS Presentation</dc:subject>
  <dc:creator>PptxGenJS</dc:creator>
  <cp:lastModifiedBy>sonamgupta21062003@gmail.com</cp:lastModifiedBy>
  <cp:revision>2</cp:revision>
  <dcterms:created xsi:type="dcterms:W3CDTF">2026-10-06T20:52:03Z</dcterms:created>
  <dcterms:modified xsi:type="dcterms:W3CDTF">2026-10-06T20:58:06Z</dcterms:modified>
</cp:coreProperties>
</file>